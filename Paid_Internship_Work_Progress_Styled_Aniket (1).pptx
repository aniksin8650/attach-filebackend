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94922-5222-4DDA-BBED-697D8A2BB689}" v="31" dt="2025-12-14T14:35:38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1124712"/>
            <a:ext cx="8277606" cy="3172968"/>
          </a:xfrm>
        </p:spPr>
        <p:txBody>
          <a:bodyPr anchor="b">
            <a:normAutofit/>
          </a:bodyPr>
          <a:lstStyle>
            <a:lvl1pPr algn="l">
              <a:defRPr sz="1066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4727448"/>
            <a:ext cx="8277606" cy="1481328"/>
          </a:xfrm>
        </p:spPr>
        <p:txBody>
          <a:bodyPr>
            <a:normAutofit/>
          </a:bodyPr>
          <a:lstStyle>
            <a:lvl1pPr marL="0" indent="0" algn="l">
              <a:buNone/>
              <a:defRPr sz="3733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6356351"/>
            <a:ext cx="20574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24870" y="434802"/>
            <a:ext cx="146304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4501201"/>
            <a:ext cx="8276022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6825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99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8" y="4981421"/>
            <a:ext cx="8351217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5118581"/>
            <a:ext cx="109728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640080"/>
            <a:ext cx="8167878" cy="4114800"/>
          </a:xfrm>
        </p:spPr>
        <p:txBody>
          <a:bodyPr anchor="b">
            <a:normAutofit/>
          </a:bodyPr>
          <a:lstStyle>
            <a:lvl1pPr>
              <a:defRPr sz="8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5102352"/>
            <a:ext cx="795528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864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2478024"/>
            <a:ext cx="370332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2478024"/>
            <a:ext cx="370332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6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3203688"/>
            <a:ext cx="3703320" cy="2968512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3203688"/>
            <a:ext cx="3703320" cy="296851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55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0" y="1533525"/>
            <a:ext cx="8187797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2971798"/>
            <a:ext cx="96012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938528"/>
            <a:ext cx="7632954" cy="2990088"/>
          </a:xfrm>
        </p:spPr>
        <p:txBody>
          <a:bodyPr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265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40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709928"/>
            <a:ext cx="5047488" cy="4096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29000"/>
            <a:ext cx="2324862" cy="2066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470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23894" y="1161288"/>
            <a:ext cx="5047488" cy="4645152"/>
          </a:xfrm>
        </p:spPr>
        <p:txBody>
          <a:bodyPr anchor="t">
            <a:normAutofit/>
          </a:bodyPr>
          <a:lstStyle>
            <a:lvl1pPr marL="0" indent="0">
              <a:buNone/>
              <a:defRPr sz="3733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38144"/>
            <a:ext cx="2324862" cy="205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39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65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114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12/14/2025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16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753753"/>
          </a:xfrm>
        </p:spPr>
        <p:txBody>
          <a:bodyPr>
            <a:normAutofit fontScale="90000"/>
          </a:bodyPr>
          <a:lstStyle/>
          <a:p>
            <a:pPr algn="ctr">
              <a:defRPr sz="2800" b="1"/>
            </a:pPr>
            <a:r>
              <a:rPr u="sng" dirty="0"/>
              <a:t>Paid Internship – Work Progress (3 Months)</a:t>
            </a:r>
            <a:endParaRPr lang="en-US" u="sng" dirty="0"/>
          </a:p>
          <a:p>
            <a:pPr algn="ctr">
              <a:defRPr sz="2800" b="1"/>
            </a:pPr>
            <a:r>
              <a:rPr lang="en-US" u="sng" dirty="0"/>
              <a:t>Name : Aniket Singha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5676" y="1716024"/>
            <a:ext cx="7626096" cy="369417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rPr sz="1200" dirty="0"/>
              <a:t>Project 1: Common File Attachment System (Completed)</a:t>
            </a:r>
            <a:endParaRPr lang="en-US" sz="1200"/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Designed and implemented a reusable Common File Attachment API across Leave, TA, DA &amp; LTC modules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Developed a frontend attachment component with validations, previews, and edit/update support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Built a secure backend file system for validation, storage, and file replacement handling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Created demo modules to validate plug-and-play attachment integration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Integrated employee login with auto-filled database-driven form data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Enabled admin functionality to apply, approve, and reject employee requests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endParaRPr sz="1200" dirty="0"/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rPr sz="1200" dirty="0"/>
              <a:t>Project 2: Role-Based Login &amp; Unified Dashboard (In Progress)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Designed a capability-based role system supporting multiple roles per employee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Implemented role-rank logic where lower role numbers indicate higher authority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Built a unified dashboard with department-wise visibility and role-based access control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rPr sz="1200" dirty="0"/>
              <a:t>Upcoming Enhancements</a:t>
            </a:r>
          </a:p>
          <a:p>
            <a:pPr>
              <a:defRPr sz="1400" b="0">
                <a:solidFill>
                  <a:srgbClr val="1E293B"/>
                </a:solidFill>
              </a:defRPr>
            </a:pPr>
            <a:r>
              <a:rPr sz="1200" dirty="0"/>
              <a:t>• Implementing multi-level approval workflows with hierarchical escalation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AccentBoxVTI</vt:lpstr>
      <vt:lpstr>Paid Internship – Work Progress (3 Months) Name : Aniket Singha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16</cp:revision>
  <dcterms:created xsi:type="dcterms:W3CDTF">2013-01-27T09:14:16Z</dcterms:created>
  <dcterms:modified xsi:type="dcterms:W3CDTF">2025-12-14T14:38:28Z</dcterms:modified>
  <cp:category/>
</cp:coreProperties>
</file>